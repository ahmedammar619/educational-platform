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Tourist Places in Egypt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Discover the Land of History and Beauty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Egypt: Land of ancient civilization and wonders.</a:t>
            </a:r>
          </a:p>
          <a:p>
            <a:r>
              <a:t>Known for history, culture, and natural beauty.</a:t>
            </a:r>
          </a:p>
          <a:p>
            <a:r>
              <a:t>Millions of tourists visit every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Pyramids of Giza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of the Seven Wonders of the Ancient World.</a:t>
            </a:r>
          </a:p>
          <a:p>
            <a:r>
              <a:t>Includes the Great Pyramid, Pyramid of Khafre, and the Sphinx.</a:t>
            </a:r>
          </a:p>
          <a:p>
            <a:r>
              <a:t>Located near Cairo.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Egyptian Museum (Cairo)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 to treasures of Tutankhamun.</a:t>
            </a:r>
          </a:p>
          <a:p>
            <a:r>
              <a:t>Ancient artifacts, mummies, and pharaonic relics.</a:t>
            </a:r>
          </a:p>
          <a:p>
            <a:r>
              <a:t>A must-visit for history lovers.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Luxor (The Ancient Thebes)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world’s largest open-air museum.</a:t>
            </a:r>
          </a:p>
          <a:p>
            <a:r>
              <a:t>Valley of the Kings, Karnak Temple, Luxor Temple.</a:t>
            </a:r>
          </a:p>
          <a:p>
            <a:r>
              <a:t>A center of ancient Egyptian civilization.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Aswan &amp; Abu Simbel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Beautiful city by the Nile.</a:t>
            </a:r>
          </a:p>
          <a:p>
            <a:r>
              <a:t>Philae Temple and Nubian culture.</a:t>
            </a:r>
          </a:p>
          <a:p>
            <a:r>
              <a:t>Abu Simbel temples built by Ramses II.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Alexandria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Mediterranean coastal city.</a:t>
            </a:r>
          </a:p>
          <a:p>
            <a:r>
              <a:t>Bibliotheca Alexandrina, Qaitbay Citadel.</a:t>
            </a:r>
          </a:p>
          <a:p>
            <a:r>
              <a:t>Mix of history and modern charm.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Red Sea (Sharm El-Sheikh &amp; Hurghada)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Famous for diving and snorkeling.</a:t>
            </a:r>
          </a:p>
          <a:p>
            <a:r>
              <a:t>Coral reefs, beaches, and resorts.</a:t>
            </a:r>
          </a:p>
          <a:p>
            <a:r>
              <a:t>Perfect for relaxation and water sports.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Siwa Oasis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Desert paradise near the Libyan border.</a:t>
            </a:r>
          </a:p>
          <a:p>
            <a:r>
              <a:t>Known for hot springs, salt lakes, and unique culture.</a:t>
            </a:r>
          </a:p>
          <a:p>
            <a:r>
              <a:t>A peaceful getaway.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Egypt offers a mix of history, culture, and adventure.</a:t>
            </a:r>
          </a:p>
          <a:p>
            <a:r>
              <a:t>From pyramids to beaches, it has something for everyone.</a:t>
            </a:r>
          </a:p>
          <a:p>
            <a:r>
              <a:t>“Egypt: Where history comes alive.”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